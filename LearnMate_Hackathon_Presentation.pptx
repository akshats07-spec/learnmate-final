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2926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LEARNMATE</a:t>
            </a:r>
          </a:p>
          <a:p>
            <a:pPr>
              <a:spcBef>
                <a:spcPts val="800"/>
              </a:spcBef>
              <a:defRPr sz="2200" b="1">
                <a:solidFill>
                  <a:srgbClr val="06B6D4"/>
                </a:solidFill>
              </a:defRPr>
            </a:pPr>
            <a:r>
              <a:t>Grounded AI Study Companion &amp; 3D Spatial Knowledge Engine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An interactive, multi-sensory learning system with ChatGPT-style document ingestion, dual-coding 3D visualizers, and closed-loop spaced repetition.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25603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Member 1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</a:defRPr>
            </a:pPr>
            <a:r>
              <a:t>Product &amp; Document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4754880"/>
            <a:ext cx="25603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Member 2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</a:defRPr>
            </a:pPr>
            <a:r>
              <a:t>AI Tutor &amp; Voice 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754880"/>
            <a:ext cx="25603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Member 3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</a:defRPr>
            </a:pPr>
            <a:r>
              <a:t>3D Canvas &amp; Adaptive Quizzes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4754880"/>
            <a:ext cx="25603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Member 4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</a:defRPr>
            </a:pPr>
            <a:r>
              <a:t>FastAPI, Security &amp;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Learning Crisis: Why Traditional Studying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411480"/>
            <a:ext cx="24688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🎤 Member 1 (0:00 - 0:45)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PAIN POINT 1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Dense Information Overload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Students drown in 100+ page PDFs, technical slides, and manuals before exams.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Passive highlighting leads to the 'Illusion of Competence' without real recall.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Reading line-by-line is painfully time-consuming with near-zero long-term retention.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PAIN POINT 2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Generic AI Hallucinations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Standard chatbots fabricate facts, equations, and page numbers.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Students cannot verify where AI answers originated in their course syllabus.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No pedagogical pacing or conversational sensitivity for struggling learners.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PAIN POINT 3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Zero Spatial Intuition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Abstract topics (optics, hardware registers, biochemistry) cannot be mastered by text alone.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Heavy 3D game engines require GPU installations and are completely inaccessible on student laptops.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No feedback loop connecting wrong practice answers to a revision schedule.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Solution: LearnMate 4-Pillar Learning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411480"/>
            <a:ext cx="24688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🎤 Member 1 (0:45 - 1:45)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INGESTION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1. ChatGPT Ingestion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Upload PDF/notes with natural language requests.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Instant executive summaries, formula sheets, or ELIF breakdowns.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Direct 1-click action buttons.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TUTORING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2. Grounded AI Tutor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Strict document boundaries backed by Gemini 3.1 Flash.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Verified page citations and exact verbatim quotes.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Integrated Web Speech API for voice dictation.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SPATIAL 3D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3. 3D Spatial Vector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HTML5 Canvas 3D vector engine (&lt;15KB bundle).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Isometric rotation &amp; zoom for hardware, optics, and cells.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Rooted in Dual-Coding Theory (+65% retention).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REVISION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4. Closed-Loop Mastery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diagnostic quizzes compiled from user notes.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Weak-topic tracker logs mistakes automatically.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Builds a personalized 3-Day Spaced Repetition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INGESTION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Feature 1: ChatGPT-Style Ingestion &amp; Per-User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411480"/>
            <a:ext cx="24688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🎤 Member 1 (1:00 - 1:45)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PROMPT-DRIVEN UPLOAD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ChatGPT-Style Prompted Upload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Interactive Prompt Input Bar directly embedded in Library.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One-Click Prompt Chips: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 • ⚡ Quick Executive Summary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 • 🔑 Key Formulas &amp; Definitions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 • ❓ Top 5 Likely Exam Questions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 • 💡 Explain Like I'm 5 (ELIF)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 • 🎯 5-Question Diagnostic Quiz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 • 🧊 Create 3D Spatial Model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Instant Drawer Card: delivers structured markdown with 1-click copy, 'Ask Tutor', 'Take Quiz', or 'Open 3D'.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PERSONALIZED TELEMETRY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Independent Per-User Telemetry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Eliminated generic static counters: every account starts with authentic stats.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New User Initialization: strictly 1 Day Streak &amp; 0m Study Time.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Scoped Local &amp; SQLite Persistence: stats are isolated per account ID.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Dynamic Course Mastery: tracks completed topics, retention scores, and upcoming spaced review sessions.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Fully responsive across mobile, tablet, and desktop viewports.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&amp; CONVERSATIONAL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Feature 2: Grounded AI Tutor &amp; Multimodal Voice Typing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411480"/>
            <a:ext cx="24688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🎤 Member 2 (1:45 - 3:30)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INTELLIGENCE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Zero-Hallucination Guardrails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Constrained knowledge boundary prompt via Gemini 3.1 Flash Lite.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Prohibits unsupported assertions.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Flags missing syllabus content explicitly.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EVIDENCE-BASED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3-Part Transparent Output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1. Intuitive Explanation: Plain language conceptual synthesis.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2. Verified Page Citation: Direct badge linking to the source page.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3. Direct Quoted Evidence: Verbatim text excerpts for instant fact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SPEECH UX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Hands-Free Voice Typing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Browser Web Speech API (webkitSpeechRecognition)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Animated pulsating microphone status indicator.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Conversational Warmth: Handles greetings ('hello', 'how are you?') without rigid error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3D GRAPHICS &amp; COGNITIVE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Feature 3: 3D Spatial Knowledge Engine &amp; Dual Coding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411480"/>
            <a:ext cx="24688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🎤 Member 3 (3:30 - 4:20)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COGNITIVE SCIENCE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Dual-Coding Science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Allan Paivio's Dual-Coding Theory proves visual + verbal models boost retention by 65%.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Converts abstract text into spatial structures students can mentally explore.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Integrated analogies and instant spatial recall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VECTOR GRAPHICS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Procedural 3D Canvas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Ultra-lightweight HTML5 Canvas vector engine (&lt;15KB).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 GPU overhead: runs at 60 FPS on any laptop or phone.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Full 360° mouse drag orbit, zoom, and dynamic perspective matrices.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DYNAMIC GENERATION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Topic-Specific Spatial Models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Computer Hardware: Cybernetic logic grid with illuminated bus lines &amp; registers.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Optics: Biconvex refraction lens with converging focal rays.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Biochemistry: Cellular envelopes, cristae folds, and organelle coordinates.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ASSESSMENT &amp;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Feature 4: Real-Time Diagnostic Quizzes &amp; Spaced Planner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411480"/>
            <a:ext cx="24688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🎤 Member 3 (4:20 - 5:15)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ACTIVE RECALL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Dynamic Document-Specific Quizzes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No static questions: quizzes are generated in real-time from the uploaded PDF/text.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High-yield 5-question diagnostic assessments targeting core concepts.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Instant answer feedback with comprehensive rationales and page references.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Confidence-weighted scoring to separate lucky guesses from genuine mastery.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RETENTION LOOP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Closed-Loop Spaced Repetition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Weak-Topic Matrix: Missed quiz questions are automatically tagged and saved.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SuperMemo SM-2 Cognitive Algorithm: Computes personalized optimal revision intervals.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Dynamic 3-Day Micro-Schedule: Focuses study time on verified weak zones.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Continuous Mastery Loop: Retaking quizzes updates mastery status from 'Needs Review' to 'Mastered'.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Technical Architecture &amp;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411480"/>
            <a:ext cx="24688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🎤 Member 4 (5:15 - 6:00)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FRONTEND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Frontend &amp; Edge Layer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Next.js 14 App Router with React Server Components.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Tailwind CSS + Lucide Icons for responsive UI.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Internal Reverse Proxy (/api/py/*) mapping directly to FastAPI without CORS issues.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Web Speech API for audio transcription.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BACKEND &amp; AI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Compute &amp; AI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High-throughput asynchronous FastAPI Python backend.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Google Gemini 3.1 Flash Lite API with sub-second inference.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Cascading Fallback: routes to gemini-flash or deterministic procedural parser on rate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SECURITY &amp; DATA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Database &amp; Security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ACID-compliant SQLite database (learnmate.db).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Salted SHA-256 cryptographic password hashing.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Session persistence via React AuthProvider.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Isolated per-user metrics and streak 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PRODUCTION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Deployment, Security &amp; Business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411480"/>
            <a:ext cx="24688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🎤 Member 4 (6:00 - 7:00)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SECURITY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Enterprise Security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Passwords never stored in plaintext — cryptographically salted SHA-256.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Document uploads stay sandboxed with zero training on proprietary user files.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Secure local SQLite with parameterized queries preventing SQL injection.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DEPLOYMENT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Production Deployment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Live SSL public deployment via authenticated ngrok v3 reverse tunnel.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Single unified domain hosting both Next.js and FastAPI services.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Version-controlled on GitHub: akshats07-spec/Learnmate-final across main and Master.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BUSINESS MODEL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Tiered Monetization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Freemium Model: Free tier for basic notes; Pro tier for unlimited 3D and quizzes.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Institutional / Campus Licenses for university cohorts.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Ready checkout flow integrated for Razorpay and PhonePe gateways.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EXECUTION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4-Member Live Presentation Choreography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411480"/>
            <a:ext cx="24688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🎤 All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SPEAKER 1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Member 1 (0:00-1:45)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Role: Team Lead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Focus: Problem &amp; Hook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Screen: /dashboard &amp; /library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Demo: Prompted PDF upload, 1-click executive summary generation.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Handoff: 'Over to Member 2 for our Grounded AI Tutor.'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SPEAKER 2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Member 2 (1:45-3:30)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Role: AI Lead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Focus: Tutor &amp; Voice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Screen: /tutor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Demo: Voice input, 3-part citation response, conversational greeting.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Handoff: 'Take it away Member 3 for 3D spatial models.'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SPEAKER 3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Member 3 (3:30-5:15)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Role: 3D &amp; Learning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Focus: Dual-Coding &amp; Quiz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Screen: /visuals &amp; /practice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Demo: 360° 3D orbit, dynamic PDF quiz, weak-topic review schedule.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Handoff: 'Member 4, walk us through architecture.'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SPEAKER 4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Member 4 (5:15-7:00)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Role: DevOps Lead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Focus: Systems &amp; Pitch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Screen: GitHub &amp; /pricing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Demo: FastAPI, salted auth, ngrok SSL tunnel, monetization.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Handoff: 'Thank you, we are ready for Q&amp;A!'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EVALUATION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Judge Q&amp;A Technical Defense Battlecard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411480"/>
            <a:ext cx="24688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🎤 All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HALLUCINATIONS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Q: How do you prevent AI hallucinations?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 (Member 2): Two-tier grounding constraints. Gemini is forbidden from using outside world data for factual claims without direct source quotes. Exact page citations and quotes are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PERFORMANCE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Q: How are 3D models rendered without lag?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 (Member 3): Lightweight HTML5 Canvas vector engine (&lt;15KB). Uses vector algebra and depth-sorting to achieve 60 FPS on any laptop without heavy WebGL engines.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RESILIENCE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Q: What if the Gemini API hits rate limits?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 (Member 1/4): Automated cascading fallback: routes from gemini-3.1-flash-lite to gemini-flash, and falls back to deterministic local heuristic parsing so users are never blocked.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SECURITY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Q: How is user data and auth secured?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 (Member 4): Passwords use salted SHA-256 hashes in an ACID-compliant SQLite backend. Document text is processed in memory without training public AI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LEARNMATE — REVOLUTIONIZING HOW STUDENTS LEARN</a:t>
            </a:r>
          </a:p>
          <a:p>
            <a:pPr>
              <a:spcBef>
                <a:spcPts val="800"/>
              </a:spcBef>
              <a:defRPr sz="1800" b="1">
                <a:solidFill>
                  <a:srgbClr val="06B6D4"/>
                </a:solidFill>
              </a:defRPr>
            </a:pPr>
            <a:r>
              <a:t>Grounded Intelligence  •  Dual-Coding 3D Models  •  Closed-Loop Spaced Mastery</a:t>
            </a:r>
          </a:p>
          <a:p>
            <a:pPr>
              <a:spcBef>
                <a:spcPts val="1800"/>
              </a:spcBef>
              <a:defRPr sz="1500">
                <a:solidFill>
                  <a:srgbClr val="94A3B8"/>
                </a:solidFill>
              </a:defRPr>
            </a:pPr>
            <a:r>
              <a:t>🔗 Live Deployment: https://countless-crystal-lunchtime.ngrok-free.dev</a:t>
            </a:r>
            <a:br/>
            <a:r>
              <a:t>📂 GitHub Repository: https://github.com/akshats07-spec/Learnmate-final.git</a:t>
            </a:r>
            <a:br/>
            <a:r>
              <a:t>⚡ Tech Stack: Next.js 14, Python FastAPI, Gemini 3.1 Flash Lite, SQLite, Canvas 3D</a:t>
            </a:r>
          </a:p>
          <a:p>
            <a:pPr>
              <a:spcBef>
                <a:spcPts val="1600"/>
              </a:spcBef>
              <a:defRPr sz="2200" b="1">
                <a:solidFill>
                  <a:srgbClr val="6366F1"/>
                </a:solidFill>
              </a:defRPr>
            </a:pPr>
            <a:r>
              <a:t>Thank you! We look forward to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